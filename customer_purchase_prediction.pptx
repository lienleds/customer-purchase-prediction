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9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11155680" cy="20574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12529"/>
                </a:solidFill>
                <a:latin typeface="Aptos Display"/>
              </a:rPr>
              <a:t>Customer Purchase Prediction
Using Logistic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C6670"/>
                </a:solidFill>
                <a:latin typeface="Aptos"/>
              </a:rPr>
              <a:t>Dataset: Social_Network_Ads.csv  |  Repository: lienleds/customer-purchase-prediction  |  Author: @lienleds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46120"/>
            <a:ext cx="3429000" cy="22860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8327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Training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490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Binary classification of Purchased (0/1)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Core features: Age and EstimatedSalary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246120"/>
            <a:ext cx="3429000" cy="22860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38327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Why Logistic Regression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490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Simple, interpretable baseline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Well suited to scaled tabular features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3246120"/>
            <a:ext cx="3429000" cy="22860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338327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Deliverables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37490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Python training script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PowerPoint deck and reproducible generator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Requirement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What the exercise asks us to deliver and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4983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Objective: predict whether a customer purchases a product.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Dataset: Social_Network_Ads.csv for the training exercise.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Input features: Age and EstimatedSalary.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Target label: Purchased, where 0 = no purchase and 1 = purchase.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Required evaluation: confusion matrix, accuracy, and feature interpretation.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325880"/>
            <a:ext cx="73152" cy="434340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508760"/>
            <a:ext cx="4663440" cy="128016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19"/>
            <a:ext cx="4297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Expected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343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Model training result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Evaluation summary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Demo-ready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971800"/>
            <a:ext cx="4663440" cy="128016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3108960"/>
            <a:ext cx="4297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Acceptance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474720"/>
            <a:ext cx="4343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Clear methodology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Reproducible commands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No unsupported metric claims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434840"/>
            <a:ext cx="4663440" cy="128016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572000"/>
            <a:ext cx="4297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Presentation emphasis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937759"/>
            <a:ext cx="4343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Concise bullets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Readable visuals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Professional training style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9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End-to-end workflow used in the repository training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Explore the CSV, inspect data types, and confirm missing/duplicate status.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Select Age and EstimatedSalary as predictors and Purchased as the target.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Split the dataset into 80% training and 20% testing data.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Normalize input features with StandardScaler.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Train LogisticRegression on scaled training data.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Evaluate predictions with accuracy, confusion matrix, and coefficient-based interpretation.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280160"/>
            <a:ext cx="73152" cy="4480560"/>
          </a:xfrm>
          <a:prstGeom prst="rect">
            <a:avLst/>
          </a:prstGeom>
          <a:solidFill>
            <a:srgbClr val="19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46520" y="1463040"/>
            <a:ext cx="4754880" cy="14630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60020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Repository implementation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965960"/>
            <a:ext cx="4434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Primary script: customer_purchase_prediction.py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Generator script: create_presentation.py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3154680"/>
            <a:ext cx="4754880" cy="14630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29184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Reusable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57600"/>
            <a:ext cx="4434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Small tabular dataset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Interpretable binary classifier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4846320"/>
            <a:ext cx="4754880" cy="86868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98348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Key caution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5349240"/>
            <a:ext cx="4434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Populate exact performance metrics from the script output if you want final production values.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Data flow from raw CSV to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651760"/>
            <a:ext cx="1097280" cy="914400"/>
          </a:xfrm>
          <a:prstGeom prst="roundRect">
            <a:avLst/>
          </a:prstGeom>
          <a:solidFill>
            <a:srgbClr val="195CA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CSV
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2651760"/>
            <a:ext cx="1097280" cy="914400"/>
          </a:xfrm>
          <a:prstGeom prst="roundRect">
            <a:avLst/>
          </a:prstGeom>
          <a:solidFill>
            <a:srgbClr val="26A6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Explore &amp; clean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651760"/>
            <a:ext cx="1097280" cy="914400"/>
          </a:xfrm>
          <a:prstGeom prst="roundRect">
            <a:avLst/>
          </a:prstGeom>
          <a:solidFill>
            <a:srgbClr val="F57C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Feature
selection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651760"/>
            <a:ext cx="1097280" cy="914400"/>
          </a:xfrm>
          <a:prstGeom prst="roundRect">
            <a:avLst/>
          </a:prstGeom>
          <a:solidFill>
            <a:srgbClr val="195CA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Train/test
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651760"/>
            <a:ext cx="1097280" cy="914400"/>
          </a:xfrm>
          <a:prstGeom prst="roundRect">
            <a:avLst/>
          </a:prstGeom>
          <a:solidFill>
            <a:srgbClr val="26A6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Scale with
StandardScaler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51760"/>
            <a:ext cx="1097280" cy="914400"/>
          </a:xfrm>
          <a:prstGeom prst="roundRect">
            <a:avLst/>
          </a:prstGeom>
          <a:solidFill>
            <a:srgbClr val="F57C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Logistic
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5480" y="2651760"/>
            <a:ext cx="1097280" cy="914400"/>
          </a:xfrm>
          <a:prstGeom prst="roundRect">
            <a:avLst/>
          </a:prstGeom>
          <a:solidFill>
            <a:srgbClr val="195CA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Prediction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2651760"/>
            <a:ext cx="1097280" cy="914400"/>
          </a:xfrm>
          <a:prstGeom prst="roundRect">
            <a:avLst/>
          </a:prstGeom>
          <a:solidFill>
            <a:srgbClr val="26A6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Evaluation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08760" y="3108960"/>
            <a:ext cx="27432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80360" y="3108960"/>
            <a:ext cx="36576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343400" y="3108960"/>
            <a:ext cx="36576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06440" y="3108960"/>
            <a:ext cx="50292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406640" y="3108960"/>
            <a:ext cx="64008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3108960"/>
            <a:ext cx="411480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652759" y="3108960"/>
            <a:ext cx="1" cy="0"/>
          </a:xfrm>
          <a:prstGeom prst="line">
            <a:avLst/>
          </a:prstGeom>
          <a:ln w="2540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4400" y="4297680"/>
            <a:ext cx="3657600" cy="12344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43484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Inputs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0060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Age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EstimatedSalary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Purchased label for training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4297680"/>
            <a:ext cx="2926080" cy="12344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44348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Outputs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80060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Predicted class 0/1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Probability estimates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297680"/>
            <a:ext cx="3474720" cy="12344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443484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Verification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800600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Accuracy score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Confusion matrix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9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Accuracy, Benchmark, and Latency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Use verified script output for exact runtime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3108960" cy="19202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39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Benchmark 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2788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Dataset size: 400 records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Split: 80% train / 20% test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Model: sklearn LogisticRegression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325880"/>
            <a:ext cx="3474720" cy="19202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39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Exact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1546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Accuracy: &lt;run script to fill&gt;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Training time: &lt;dataset required&gt;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Prediction latency: &lt;dataset required&gt;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325880"/>
            <a:ext cx="3474720" cy="192024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463039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How to obtain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828800"/>
            <a:ext cx="31546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Run: python customer_purchase_prediction.py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Use its output for confusion matrix values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Rerun this generator after adding Social_Network_Ads.csv to embed exact metrics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5120640" cy="164592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94760"/>
            <a:ext cx="47548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Confusion matrix definitions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4800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TP: predicted purchase and actual purchase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TN: predicted no purchase and actual no purchase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FP: predicted purchase but actual no purchase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FN: predicted no purchase but actual purchase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657600"/>
            <a:ext cx="5303520" cy="164592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794760"/>
            <a:ext cx="49377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Reporting guidance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160520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Do not guess exact scores.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If execution is unavailable, keep placeholders and mention the command used to produce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12529"/>
                </a:solidFill>
                <a:latin typeface="Aptos Display"/>
              </a:rPr>
              <a:t>Conclusion and Demo Guidance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Aptos"/>
              </a:rPr>
              <a:t>What to emphasize during the training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Logistic Regression provides a clear baseline for customer purchase prediction.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Age and EstimatedSalary influence the decision boundary after scaling.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The workflow is reproducible and suitable for a short AI Foundation demo.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Show the script run, generated analysis output, and this presentation in the video demo.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Aptos"/>
              </a:defRPr>
            </a:pPr>
            <a:r>
              <a:t>Use the final slide to explain how confusion matrix results support the accuracy claim.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280160"/>
            <a:ext cx="73152" cy="44805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0" y="1600200"/>
            <a:ext cx="4572000" cy="137160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73736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95CA7"/>
                </a:solidFill>
                <a:latin typeface="Aptos"/>
              </a:rPr>
              <a:t>Commands to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251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python -m pip install -r requirements.txt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python create_presentation.py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python customer_purchase_prediction.py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337560"/>
            <a:ext cx="4572000" cy="118872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347472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57C00"/>
                </a:solidFill>
                <a:latin typeface="Aptos"/>
              </a:rPr>
              <a:t>Files to highlight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840480"/>
            <a:ext cx="4251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customer_purchase_prediction.py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create_presentation.py</a:t>
            </a:r>
          </a:p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customer_purchase_prediction.pptx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892040"/>
            <a:ext cx="4572000" cy="822960"/>
          </a:xfrm>
          <a:prstGeom prst="roundRect">
            <a:avLst/>
          </a:prstGeom>
          <a:solidFill>
            <a:srgbClr val="F4F8FB"/>
          </a:solidFill>
          <a:ln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502920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A69A"/>
                </a:solidFill>
                <a:latin typeface="Aptos"/>
              </a:rPr>
              <a:t>Demo tip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394959"/>
            <a:ext cx="4251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12529"/>
                </a:solidFill>
                <a:latin typeface="Aptos"/>
              </a:defRPr>
            </a:pPr>
            <a:r>
              <a:t>Open the PPTX after generation and replace placeholders only with verified script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